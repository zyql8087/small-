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Miura-ori 折纸结构数据集介绍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微软雅黑"/>
              </a:defRPr>
            </a:pPr>
            <a:r>
              <a:t>折纸结构刚度预测与逆向设计 · 组会汇报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548640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数据集概览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数据集：Origami Sheet MaterialProperty（Miura + TMP）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原始来源：MiuraSheetMat.txt + TMPSheetMat.txt，各 2000 条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总样本：4000 条（训练 3200 / 测试 800）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训练集内部切分：train/val = 2560/640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预处理：log10(stiffness) → StandardScaler 标准化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976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4297680"/>
            <a:ext cx="548640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343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任务定义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正向任务：8 个设计/材料参数 → 6 个刚度指标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逆向任务：6 个目标刚度 → 反推 8 个设计参数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逆向评估：参数恢复 + 闭环刚度匹配（surrogate 验证）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对比模型：ResMLP、GAT、Transformer、CVAE、Diffusion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8E"/>
                </a:solidFill>
                <a:latin typeface="微软雅黑"/>
              </a:defRPr>
            </a:pPr>
            <a:r>
              <a:t>输入参数（8个）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17920" y="2057400"/>
          <a:ext cx="5577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377440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范围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pattern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折纸图案类型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1=Miura, 2=TMP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 / n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单元格数量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24,30,36 / 6,9,12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tcrease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折痕厚度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0.5e-3~1.0e-3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tpanel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面板厚度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1e-3~6e-3 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折痕宽度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1e-3~4e-3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creaseE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折痕杨氏模量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1e9~5e9 Pa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panelE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面板杨氏模量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1e9~5e9 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7920" y="4526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微软雅黑"/>
              </a:defRPr>
            </a:pPr>
            <a:r>
              <a:t>输出目标（6个刚度值）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4892040"/>
          <a:ext cx="55778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刚度指标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bendstiff30/60/90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30%/60%/90% 部署水平下弯曲刚度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axialstiff30/60/90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30%/60%/90% 部署水平下轴向刚度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pic>
        <p:nvPicPr>
          <p:cNvPr id="17" name="Picture 16" descr="Canopy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943600"/>
            <a:ext cx="1358392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正向模型：训练与测试集性能</a:t>
            </a:r>
          </a:p>
        </p:txBody>
      </p:sp>
      <p:pic>
        <p:nvPicPr>
          <p:cNvPr id="4" name="Picture 3" descr="forward_transformer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760720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0292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▲ Forward Transformer 训练/验证 Loss 曲线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394960"/>
            <a:ext cx="5760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576072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训练要点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所有模型使用 MSE Loss，Adam/AdamW 优化器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训练集内 80/20 切分验证，测试集仅最终评估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6 个刚度目标统一 log10 + 标准化后训练</a:t>
            </a:r>
          </a:p>
        </p:txBody>
      </p:sp>
      <p:pic>
        <p:nvPicPr>
          <p:cNvPr id="10" name="Picture 9" descr="forward_overall_n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▲ 正向模型整体 NRMSE% 对比（Train / Val / Test）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4864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正向模型测试集结论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3484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三个正向模型测试 R² 均超过 0.999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ResMLP 整体 NRMSE 最低（~0.16%）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Transformer MAE 最低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GAT 稍弱，可作为物理图建模 baseline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5 pipelines 跑 3 seeds，结果稳定可靠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逆向模型：闭环匹配与预测样例</a:t>
            </a:r>
          </a:p>
        </p:txBody>
      </p:sp>
      <p:pic>
        <p:nvPicPr>
          <p:cNvPr id="4" name="Picture 3" descr="inverse_closed_loop_n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▲ 逆向模型闭环刚度 NRMSE% 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02336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4023360"/>
            <a:ext cx="548640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逆向模型结论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Inverse ResMLP：连续参数 R² 最高，适合参数恢复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Inverse Diffusion x0：闭环 NRMSE 最低，适合目标刚度设计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CVAE：闭环优于普通 ResMLP，但参数恢复弱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  → 生成式模型可产生多解，不一定复现原始参数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split diffusion &lt; mixed diffusion：低维表格数据不必完全拆分离散/连续</a:t>
            </a:r>
          </a:p>
        </p:txBody>
      </p:sp>
      <p:pic>
        <p:nvPicPr>
          <p:cNvPr id="10" name="Picture 9" descr="forward_transformer_good_case_1_sample_1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669280" cy="3212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754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▲ Forward Transformer 预测样例（平均相对误差 ~0.238%）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120640"/>
            <a:ext cx="5669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5120640"/>
            <a:ext cx="566928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5166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关键洞察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62356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原始刚度 MAE 绝对值大 → 刚度量级差异大（10²~10⁶）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NRMSE 和 R² 才能反映真实的相对预测质量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正向预测精度极高（R²&gt;0.999），已可用于实际设计筛选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结论与模型使用建议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338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338560" cy="4572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主要结论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1. 正向预测精度极高（R²&gt;0.999），ResMLP NRMSE 最低，Transformer MAE 最低，GAT 可作图建模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2. 逆向设计需区分「参数恢复」与「闭环刚度匹配」：ResMLP 参数恢复最优，Diffusion x0 闭环匹配最优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3. CVAE 闭环优于 ResMLP 但参数恢复弱——生成式模型可多解但不一定复现原始参数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4. 原始刚度 MAE 绝对值大因量级差异（10²~10⁶），log10+标准化后 NRMSE/R² 才能反映真实预测质量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840480"/>
          <a:ext cx="11338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30936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使用场景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推荐模型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理由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正向刚度预测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ResMLP / 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R²&gt;0.999，NRMSE&lt;0.2%，工业级精度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逆向参数恢复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Inverse ResMLP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连续参数 R² 最高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逆向目标刚度设计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Inverse Diffusion x0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闭环 NRMSE 最低，适合工程应用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快速 baseline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GAT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物理图建模，可解释性强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多候选方案生成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CVAE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可采样多组参数，探索设计空间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0350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微软雅黑"/>
              </a:defRPr>
            </a:pPr>
            <a:r>
              <a:t>后续方向：逆向多解评估 → 候选设计可制造性约束 → 连续应力-应变曲线数据表示扩展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