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Bump单胞折纸数据集介绍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微软雅黑"/>
              </a:defRPr>
            </a:pPr>
            <a:r>
              <a:t>OrigamiNet 模型训练 · 组会汇报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029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029200" cy="41148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什么是Bump单胞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4663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一种周期性折纸单胞（unit cell）结构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通过折叠薄片材料形成凸起几何构型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具有可编程的力学变形特性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通过有限元仿真生成顶点坐标数据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50292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502920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数据集概览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总样本：24,266 条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Train / Val / Test = 15,529 / 3,883 / 4,854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输入：16 个几何与压缩参数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输出：289 个顶点的 (x, y) 坐标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选择原因：结构简单但力学行为丰富，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  适合作为ML预测折纸变形的基准数据集</a:t>
            </a:r>
          </a:p>
        </p:txBody>
      </p:sp>
      <p:pic>
        <p:nvPicPr>
          <p:cNvPr id="13" name="Picture 12" descr="Canopy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37360"/>
            <a:ext cx="5943600" cy="2800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52160" y="6126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微软雅黑"/>
              </a:defRPr>
            </a:pPr>
            <a:r>
              <a:t>▲ 折纸结构示意：面板（蓝色）、折痕（黄色）、加载条件与几何参数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模型训练配置与测试集评估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4747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474720" cy="4572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训练配置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8E"/>
                </a:solidFill>
                <a:latin typeface="微软雅黑"/>
              </a:defRPr>
            </a:pPr>
            <a:r>
              <a:t>网络架构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OrigamiNet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671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8E"/>
                </a:solidFill>
                <a:latin typeface="微软雅黑"/>
              </a:defRPr>
            </a:pPr>
            <a:r>
              <a:t>输入 / 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671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16 参数 → 289 预测值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8E"/>
                </a:solidFill>
                <a:latin typeface="微软雅黑"/>
              </a:defRPr>
            </a:pPr>
            <a:r>
              <a:t>优化器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0545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Adam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43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8E"/>
                </a:solidFill>
                <a:latin typeface="微软雅黑"/>
              </a:defRPr>
            </a:pPr>
            <a:r>
              <a:t>学习率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8437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lr=1e-4, wd=1e-5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8E"/>
                </a:solidFill>
                <a:latin typeface="微软雅黑"/>
              </a:defRPr>
            </a:pPr>
            <a:r>
              <a:t>LR 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1821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Cosine + StepLR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8E"/>
                </a:solidFill>
                <a:latin typeface="微软雅黑"/>
              </a:defRPr>
            </a:pPr>
            <a:r>
              <a:t>损失函数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520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MSELoss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58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8E"/>
                </a:solidFill>
                <a:latin typeface="微软雅黑"/>
              </a:defRPr>
            </a:pPr>
            <a:r>
              <a:t>Epochs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8587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2000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97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8E"/>
                </a:solidFill>
                <a:latin typeface="微软雅黑"/>
              </a:defRPr>
            </a:pPr>
            <a:r>
              <a:t>Batch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1970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72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D3F"/>
                </a:solidFill>
                <a:latin typeface="微软雅黑"/>
              </a:defRPr>
            </a:pPr>
            <a:r>
              <a:t>关键发现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9262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• 训练范围内 R² &gt; 0.998</a:t>
            </a:r>
            <a:br/>
            <a:r>
              <a:t>• 极端压缩外推能力有限</a:t>
            </a:r>
          </a:p>
        </p:txBody>
      </p:sp>
      <p:pic>
        <p:nvPicPr>
          <p:cNvPr id="25" name="Picture 24" descr="training_curves_gn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188720"/>
            <a:ext cx="4754880" cy="203780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023360" y="5212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▲ 训练 Loss / MAE 曲线（Train vs Validation）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1188720"/>
            <a:ext cx="30175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61120" y="1188720"/>
            <a:ext cx="301752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测试集评估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9098280" y="1828800"/>
          <a:ext cx="2743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82296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测试组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mAPE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00-36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0.88%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0.9984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18-18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0.78%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0.9987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36-00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2.19%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0.9930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909828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8E"/>
                </a:solidFill>
                <a:latin typeface="微软雅黑"/>
              </a:defRPr>
            </a:pPr>
            <a:r>
              <a:t>Max APE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7947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00-36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37947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微软雅黑"/>
              </a:defRPr>
            </a:pPr>
            <a:r>
              <a:t>16.39%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0690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18-18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40690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微软雅黑"/>
              </a:defRPr>
            </a:pPr>
            <a:r>
              <a:t>11.69%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434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36-00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43434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微软雅黑"/>
              </a:defRPr>
            </a:pPr>
            <a:r>
              <a:t>19.56%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8E"/>
                </a:solidFill>
                <a:latin typeface="微软雅黑"/>
              </a:defRPr>
            </a:pPr>
            <a:r>
              <a:t>指标说明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5074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  <a:latin typeface="微软雅黑"/>
              </a:defRPr>
            </a:pPr>
            <a:r>
              <a:t>mAPE: 平均绝对百分比误差</a:t>
            </a:r>
            <a:br/>
            <a:r>
              <a:t>Max APE: 最大绝对百分比误差</a:t>
            </a:r>
            <a:br/>
            <a:r>
              <a:t>R²: 决定系数（越接近1越好）</a:t>
            </a:r>
            <a:br/>
            <a:r>
              <a:t>00-36: 全压缩范围</a:t>
            </a:r>
            <a:br/>
            <a:r>
              <a:t>18-18: 训练分布范围</a:t>
            </a:r>
            <a:br/>
            <a:r>
              <a:t>36-00: 极端压缩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模型分析与参数敏感性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474720" cy="41148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3D网格可视化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预测 vs 真实网格叠加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颜色映射误差大小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大部分区域误差很小，边缘集中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18872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1188720"/>
            <a:ext cx="347472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最大APE误差定位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289个顶点逐一比对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通过边长组合定位误差来源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36-00组: trim_num=3时Max APE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188720"/>
            <a:ext cx="3931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0" y="1188720"/>
            <a:ext cx="3931920" cy="41148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回归 vs 分类对比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691640"/>
            <a:ext cx="3566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回归（MSE Loss）：训练更稳定，更优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分类（SoftCrossEntropy）：对比验证</a:t>
            </a:r>
          </a:p>
          <a:p>
            <a:pPr>
              <a:spcAft>
                <a:spcPts val="600"/>
              </a:spcAft>
              <a:defRPr sz="1200">
                <a:solidFill>
                  <a:srgbClr val="2D2D2D"/>
                </a:solidFill>
                <a:latin typeface="微软雅黑"/>
              </a:defRPr>
            </a:pPr>
            <a:r>
              <a:t>回归方案整体精度更高</a:t>
            </a:r>
          </a:p>
        </p:txBody>
      </p:sp>
      <p:pic>
        <p:nvPicPr>
          <p:cNvPr id="16" name="Picture 15" descr="inverse_closed_loop_n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383280"/>
            <a:ext cx="5486400" cy="274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" y="5852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▲ 逆向模型 NRMSE 对比（Train / Validation / Test）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383280"/>
            <a:ext cx="5669280" cy="411480"/>
          </a:xfrm>
          <a:prstGeom prst="roundRect">
            <a:avLst/>
          </a:prstGeom>
          <a:solidFill>
            <a:srgbClr val="E86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参数敏感性分析（trim_num）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126480" y="388620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97280"/>
                <a:gridCol w="2560320"/>
              </a:tblGrid>
              <a:tr h="3135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trim_num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mAPE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Max APE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568E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2.16%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33.65%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未裁剪，含边缘极端值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1.92%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28.47%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轻微裁剪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24.13%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中等裁剪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1.81%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21.92%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适当裁剪，精度最优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22.05%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过度裁剪，信息损失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1.90%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23.68%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过度裁剪，精度回落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0642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064240" cy="457200"/>
          </a:xfrm>
          <a:prstGeom prst="round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主要结论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1. OrigamiNet在Bump折纸数据集上表现优异，全压缩范围R²达0.9984，mAPE&lt;1%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2. 模型在训练分布范围内精度很高（18-18组 mAPE=0.78%），但极端压缩条件下外推能力有限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3. MSE回归方案优于SoftCrossEntropy分类方案，训练更稳定且收敛更快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4. 适当的输入参数裁剪（trim_num=3）可有效提升预测精度，但过度裁剪会导致信息损失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110642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1106424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未来工作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1. 扩展至更多折纸单胞类型（Miura、TMP等），验证模型的跨结构泛化能力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2. 探索Compress Model在不同压缩率下的表现，提升极端条件下的预测精度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3. 优化模型在极端条件下的泛化能力，引入数据增强或迁移学习策略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微软雅黑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