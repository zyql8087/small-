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Bump单胞折纸数据集介绍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微软雅黑"/>
              </a:defRPr>
            </a:pPr>
            <a:r>
              <a:t>OrigamiNet 模型训练 · 组会汇报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1148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什么是Bump单胞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一种周期性折纸单胞（unit cell）结构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通过折叠薄片材料形成凸起几何构型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具有可编程的力学变形特性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通过有限元仿真生成顶点坐标数据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数据集概览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总样本：24,266 条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Train / Val / Test = 15,529 / 3,883 / 4,854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输入：16 个几何与压缩参数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输出：289 个顶点的 (x, y) 坐标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064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1064240" cy="411480"/>
          </a:xfrm>
          <a:prstGeom prst="roundRect">
            <a:avLst/>
          </a:prstGeom>
          <a:solidFill>
            <a:srgbClr val="E86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34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选择Bump的原因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10698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结构简单但力学行为丰富，适合作为ML预测折纸变形的基准数据集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单胞结构参数空间可控，便于系统评估模型的插值与外推能力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289个输出顶点提供了足够复杂的预测目标，能有效区分不同模型的性能差异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模型训练配置与测试集评估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4572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训练配置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8E"/>
                </a:solidFill>
                <a:latin typeface="微软雅黑"/>
              </a:defRPr>
            </a:pPr>
            <a:r>
              <a:t>网络架构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OrigamiNet（16 → 隐藏层 → 289）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8E"/>
                </a:solidFill>
                <a:latin typeface="微软雅黑"/>
              </a:defRPr>
            </a:pPr>
            <a:r>
              <a:t>优化器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Adam（lr=1e-4, wd=1e-5）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8E"/>
                </a:solidFill>
                <a:latin typeface="微软雅黑"/>
              </a:defRPr>
            </a:pPr>
            <a:r>
              <a:t>学习率调度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43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CosineAnnealingLR + StepLR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8E"/>
                </a:solidFill>
                <a:latin typeface="微软雅黑"/>
              </a:defRPr>
            </a:pPr>
            <a:r>
              <a:t>损失函数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154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MSELoss（回归任务）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8E"/>
                </a:solidFill>
                <a:latin typeface="微软雅黑"/>
              </a:defRPr>
            </a:pPr>
            <a:r>
              <a:t>训练轮数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2000 Epochs, Batch=64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D3F"/>
                </a:solidFill>
                <a:latin typeface="微软雅黑"/>
              </a:defRPr>
            </a:pPr>
            <a:r>
              <a:t>关键发现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• 训练范围内 R² &gt; 0.998，表现优异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• 极端压缩条件下误差增大，外推能力有限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280160"/>
            <a:ext cx="530352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325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三组测试集评估结果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0" y="1920240"/>
          <a:ext cx="49377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测试组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mAPE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Max APE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00-36（全压缩范围）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16.39%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0.9984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18-18（中等压缩）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0.78%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11.69%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0.9987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36-00（极端压缩）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19.56%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0.9930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00800" y="3840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8E"/>
                </a:solidFill>
                <a:latin typeface="微软雅黑"/>
              </a:defRPr>
            </a:pPr>
            <a:r>
              <a:t>评估指标说明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微软雅黑"/>
              </a:defRPr>
            </a:pPr>
            <a:r>
              <a:t>• mAPE: 平均绝对百分比误差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445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微软雅黑"/>
              </a:defRPr>
            </a:pPr>
            <a:r>
              <a:t>• Max APE: 最大绝对百分比误差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371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微软雅黑"/>
              </a:defRPr>
            </a:pPr>
            <a:r>
              <a:t>• R²: 决定系数，越接近1越好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97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微软雅黑"/>
              </a:defRPr>
            </a:pPr>
            <a:r>
              <a:t>• 00-36: 压缩范围0~36个trim 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223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微软雅黑"/>
              </a:defRPr>
            </a:pPr>
            <a:r>
              <a:t>• 18-18: 压缩范围18~18（训练分布）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15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微软雅黑"/>
              </a:defRPr>
            </a:pPr>
            <a:r>
              <a:t>• 36-00: 极端压缩比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3D可视化、误差分析与参数敏感性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474720" cy="41148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3D网格可视化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预测网格 vs 真实网格叠加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颜色映射误差大小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大部分区域误差很小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边缘处误差相对集中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4747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最大APE误差定位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通过边长组合逐一比对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289个顶点逐一计算APE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36-00组: trim_num=3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  时出现Max APE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474720" cy="41148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回归 vs 分类对比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回归模型（MSE Loss）: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  训练更稳定，结果更优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分类模型（SoftCrossEntropy）: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  作为对比验证方案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11064240" cy="457200"/>
          </a:xfrm>
          <a:prstGeom prst="roundRect">
            <a:avLst/>
          </a:prstGeom>
          <a:solidFill>
            <a:srgbClr val="E86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参数敏感性分析（trim_num）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4663440"/>
          <a:ext cx="9326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4572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trim_num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mAPE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Max APE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0（全范围）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2.16%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33.65%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未裁剪，包含边缘极端值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1.92%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28.47%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轻微裁剪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24.13%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中等裁剪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1.81%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21.92%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适当裁剪，精度最优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22.05%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过度裁剪，信息损失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1.90%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23.68%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过度裁剪，精度回落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0642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064240" cy="4572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主要结论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1. OrigamiNet在Bump折纸数据集上表现优异，全压缩范围R²达0.9984，mAPE&lt;1%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2. 模型在训练分布范围内精度很高（18-18组 mAPE=0.78%），但极端压缩条件下外推能力有限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3. MSE回归方案优于SoftCrossEntropy分类方案，训练更稳定且收敛更快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4. 适当的输入参数裁剪（trim_num=3）可有效提升预测精度，但过度裁剪会导致信息损失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064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1106424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未来工作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1. 扩展至更多折纸单胞类型（Miura、TMP等），验证模型的跨结构泛化能力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2. 探索Compress Model在不同压缩率下的表现，提升极端条件下的预测精度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3. 优化模型在极端条件下的泛化能力，引入数据增强或迁移学习策略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